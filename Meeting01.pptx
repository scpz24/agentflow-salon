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273" r:id="rId5"/>
    <p:sldId id="274" r:id="rId6"/>
    <p:sldId id="275" r:id="rId7"/>
    <p:sldId id="259" r:id="rId8"/>
    <p:sldId id="262" r:id="rId9"/>
    <p:sldId id="263" r:id="rId10"/>
    <p:sldId id="264" r:id="rId11"/>
    <p:sldId id="276" r:id="rId12"/>
    <p:sldId id="265" r:id="rId13"/>
    <p:sldId id="267" r:id="rId14"/>
    <p:sldId id="268" r:id="rId15"/>
    <p:sldId id="258" r:id="rId16"/>
    <p:sldId id="272" r:id="rId17"/>
    <p:sldId id="281" r:id="rId18"/>
    <p:sldId id="269" r:id="rId19"/>
    <p:sldId id="270" r:id="rId20"/>
    <p:sldId id="277" r:id="rId21"/>
    <p:sldId id="280" r:id="rId22"/>
    <p:sldId id="282" r:id="rId23"/>
    <p:sldId id="28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1.png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.png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1.png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1.png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1.png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1.png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6.xml"/><Relationship Id="rId7" Type="http://schemas.openxmlformats.org/officeDocument/2006/relationships/image" Target="../media/image1.png"/><Relationship Id="rId6" Type="http://schemas.openxmlformats.org/officeDocument/2006/relationships/tags" Target="../tags/tag85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1.png"/><Relationship Id="rId1" Type="http://schemas.openxmlformats.org/officeDocument/2006/relationships/tags" Target="../tags/tag8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tags" Target="../tags/tag9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image" Target="../media/image1.png"/><Relationship Id="rId1" Type="http://schemas.openxmlformats.org/officeDocument/2006/relationships/tags" Target="../tags/tag9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image" Target="../media/image1.png"/><Relationship Id="rId1" Type="http://schemas.openxmlformats.org/officeDocument/2006/relationships/tags" Target="../tags/tag94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tags" Target="../tags/tag9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tags" Target="../tags/tag98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tags" Target="../tags/tag10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15695" y="5635625"/>
            <a:ext cx="9799320" cy="685165"/>
          </a:xfrm>
        </p:spPr>
        <p:txBody>
          <a:bodyPr/>
          <a:p>
            <a:r>
              <a:rPr lang="zh-CN" altLang="en-US"/>
              <a:t>周会</a:t>
            </a:r>
            <a:r>
              <a:rPr lang="en-US" altLang="zh-CN"/>
              <a:t>No.1</a:t>
            </a:r>
            <a:endParaRPr lang="en-US" altLang="zh-CN"/>
          </a:p>
        </p:txBody>
      </p:sp>
      <p:pic>
        <p:nvPicPr>
          <p:cNvPr id="6" name="图片 5" descr="AgentFlowLOGO"/>
          <p:cNvPicPr>
            <a:picLocks noChangeAspect="1"/>
          </p:cNvPicPr>
          <p:nvPr/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3923665" y="1533525"/>
            <a:ext cx="4183380" cy="3100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自我介绍</a:t>
            </a: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8540" y="2620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SCPZ24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662045" y="5492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软件工程</a:t>
            </a:r>
            <a:r>
              <a:rPr lang="zh-CN" altLang="en-US"/>
              <a:t>学生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077210" y="4163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目标</a:t>
            </a:r>
            <a:r>
              <a:rPr lang="en-US" altLang="zh-CN"/>
              <a:t>：</a:t>
            </a:r>
            <a:r>
              <a:rPr lang="zh-CN" altLang="en-US"/>
              <a:t>数字</a:t>
            </a:r>
            <a:r>
              <a:rPr lang="zh-CN" altLang="en-US"/>
              <a:t>游牧人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29150" y="1378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极客</a:t>
            </a:r>
            <a:endParaRPr lang="zh-CN" altLang="en-US"/>
          </a:p>
        </p:txBody>
      </p:sp>
      <p:pic>
        <p:nvPicPr>
          <p:cNvPr id="3" name="图片 2" descr="IMG_95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955" y="0"/>
            <a:ext cx="683704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自我介绍</a:t>
            </a: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2157095"/>
            <a:ext cx="8576310" cy="4420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2875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 ID </a:t>
            </a:r>
            <a:r>
              <a:rPr lang="zh-CN" altLang="en-US"/>
              <a:t>：</a:t>
            </a:r>
            <a:r>
              <a:rPr lang="en-US" altLang="zh-CN"/>
              <a:t>SCPZ24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15695" y="5635625"/>
            <a:ext cx="9799320" cy="685165"/>
          </a:xfrm>
        </p:spPr>
        <p:txBody>
          <a:bodyPr/>
          <a:p>
            <a:r>
              <a:rPr lang="zh-CN" altLang="en-US"/>
              <a:t>周会</a:t>
            </a:r>
            <a:r>
              <a:rPr lang="en-US" altLang="zh-CN"/>
              <a:t>No.1</a:t>
            </a:r>
            <a:endParaRPr lang="en-US" altLang="zh-CN"/>
          </a:p>
        </p:txBody>
      </p:sp>
      <p:pic>
        <p:nvPicPr>
          <p:cNvPr id="6" name="图片 5" descr="AgentFlowLOGO"/>
          <p:cNvPicPr>
            <a:picLocks noChangeAspect="1"/>
          </p:cNvPicPr>
          <p:nvPr/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3923665" y="1533525"/>
            <a:ext cx="4183380" cy="3100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400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47750" y="5125720"/>
            <a:ext cx="527304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LLM</a:t>
            </a:r>
            <a:r>
              <a:rPr lang="zh-CN" altLang="en-US"/>
              <a:t>做的</a:t>
            </a:r>
            <a:r>
              <a:rPr lang="en-US" altLang="zh-CN"/>
              <a:t>：</a:t>
            </a:r>
            <a:r>
              <a:rPr lang="zh-CN" altLang="en-US"/>
              <a:t>基于已有的</a:t>
            </a:r>
            <a:r>
              <a:rPr lang="en-US" altLang="zh-CN"/>
              <a:t>token</a:t>
            </a:r>
            <a:r>
              <a:rPr lang="zh-CN" altLang="en-US"/>
              <a:t>串猜下一个</a:t>
            </a:r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47750" y="2449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tokenize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47750" y="3010535"/>
            <a:ext cx="3516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Bobby is the greatest scientist.     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5177155" y="3010535"/>
            <a:ext cx="6680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[&lt;</a:t>
            </a:r>
            <a:r>
              <a:rPr lang="zh-CN" altLang="en-US"/>
              <a:t>起始符</a:t>
            </a:r>
            <a:r>
              <a:rPr lang="en-US" altLang="zh-CN"/>
              <a:t>&gt;, Bobby, is, the, great, est, scientist, ., &lt;</a:t>
            </a:r>
            <a:r>
              <a:rPr lang="zh-CN" altLang="en-US"/>
              <a:t>结束符</a:t>
            </a:r>
            <a:r>
              <a:rPr lang="en-US" altLang="zh-CN"/>
              <a:t>&gt;]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>
            <a:off x="4564380" y="3194685"/>
            <a:ext cx="5454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7750" y="2202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</a:t>
            </a:r>
            <a:r>
              <a:rPr lang="zh-CN" altLang="en-US"/>
              <a:t>的</a:t>
            </a:r>
            <a:r>
              <a:rPr lang="zh-CN" altLang="en-US"/>
              <a:t>延伸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7750" y="28162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agent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harness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7750" y="1407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</a:t>
            </a:r>
            <a:r>
              <a:rPr lang="zh-CN" altLang="en-US"/>
              <a:t>运行时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7750" y="2002155"/>
            <a:ext cx="4064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tool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mcp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skill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PingFang SC" panose="020B0400000000000000" charset="-122"/>
                <a:ea typeface="PingFang SC" panose="020B0400000000000000" charset="-122"/>
              </a:rPr>
              <a:t>subAgents</a:t>
            </a:r>
            <a:endParaRPr lang="en-US" altLang="zh-CN">
              <a:latin typeface="PingFang SC" panose="020B0400000000000000" charset="-122"/>
              <a:ea typeface="PingFang SC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session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context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memory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7750" y="1407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</a:t>
            </a:r>
            <a:r>
              <a:rPr lang="zh-CN" altLang="en-US"/>
              <a:t>运行时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7750" y="200215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tool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mcp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skill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session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context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memory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670" y="1181735"/>
            <a:ext cx="6753860" cy="49358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神秘术语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7750" y="1407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</a:t>
            </a:r>
            <a:r>
              <a:rPr lang="zh-CN" altLang="en-US"/>
              <a:t>社区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7750" y="20021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SOTA: State of the Art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Best Practice: </a:t>
            </a:r>
            <a:r>
              <a:rPr lang="zh-CN" altLang="en-US"/>
              <a:t>最佳</a:t>
            </a:r>
            <a:r>
              <a:rPr lang="zh-CN" altLang="en-US"/>
              <a:t>实践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47750" y="3244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AI</a:t>
            </a:r>
            <a:r>
              <a:rPr lang="zh-CN" altLang="en-US"/>
              <a:t>交互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7750" y="374459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API call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CLI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TUI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GUI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模态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JSON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markdown</a:t>
            </a:r>
            <a:endParaRPr lang="en-US" altLang="zh-CN"/>
          </a:p>
        </p:txBody>
      </p:sp>
      <p:pic>
        <p:nvPicPr>
          <p:cNvPr id="5" name="图片 4" descr="截屏2026-04-26 16.13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95" y="374015"/>
            <a:ext cx="6258560" cy="3619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Recent News...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7750" y="1633855"/>
            <a:ext cx="7368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OpenAI - image2: </a:t>
            </a:r>
            <a:r>
              <a:rPr lang="zh-CN" altLang="en-US"/>
              <a:t>令人匪夷所思的生图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47750" y="2694940"/>
            <a:ext cx="5969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GPT5.5: </a:t>
            </a:r>
            <a:r>
              <a:rPr lang="zh-CN" altLang="en-US"/>
              <a:t>单个</a:t>
            </a:r>
            <a:r>
              <a:rPr lang="en-US" altLang="zh-CN"/>
              <a:t>token</a:t>
            </a:r>
            <a:r>
              <a:rPr lang="zh-CN" altLang="en-US"/>
              <a:t>更贵</a:t>
            </a:r>
            <a:r>
              <a:rPr lang="en-US" altLang="zh-CN"/>
              <a:t>，</a:t>
            </a:r>
            <a:r>
              <a:rPr lang="zh-CN" altLang="en-US"/>
              <a:t>但是更聪明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Opus4.7: </a:t>
            </a:r>
            <a:r>
              <a:rPr lang="zh-CN" altLang="en-US"/>
              <a:t>善于</a:t>
            </a:r>
            <a:r>
              <a:rPr lang="zh-CN" altLang="en-US"/>
              <a:t>视觉设计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DeepSeek-V4: </a:t>
            </a:r>
            <a:r>
              <a:rPr lang="zh-CN" altLang="en-US"/>
              <a:t>便宜</a:t>
            </a:r>
            <a:r>
              <a:rPr lang="en-US" altLang="zh-CN"/>
              <a:t>，</a:t>
            </a:r>
            <a:r>
              <a:rPr lang="zh-CN" altLang="en-US"/>
              <a:t>快</a:t>
            </a:r>
            <a:r>
              <a:rPr lang="en-US" altLang="zh-CN"/>
              <a:t>，</a:t>
            </a:r>
            <a:r>
              <a:rPr lang="zh-CN" altLang="en-US"/>
              <a:t>强</a:t>
            </a:r>
            <a:r>
              <a:rPr lang="en-US" altLang="zh-CN"/>
              <a:t>。</a:t>
            </a:r>
            <a:r>
              <a:rPr lang="zh-CN" altLang="en-US"/>
              <a:t>但是</a:t>
            </a:r>
            <a:r>
              <a:rPr lang="zh-CN" altLang="en-US"/>
              <a:t>单模态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d3b11595ec9a1683c2f05ec4579b14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675" y="941705"/>
            <a:ext cx="2788920" cy="4184015"/>
          </a:xfrm>
          <a:prstGeom prst="rect">
            <a:avLst/>
          </a:prstGeom>
        </p:spPr>
      </p:pic>
      <p:pic>
        <p:nvPicPr>
          <p:cNvPr id="3" name="图片 2" descr="f10976ab96c8bf4351fae5e9a4e55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7995"/>
            <a:ext cx="3594100" cy="4792980"/>
          </a:xfrm>
          <a:prstGeom prst="rect">
            <a:avLst/>
          </a:prstGeom>
        </p:spPr>
      </p:pic>
      <p:pic>
        <p:nvPicPr>
          <p:cNvPr id="4" name="图片 3" descr="75885f84c359539cb6d977b99e4286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900" y="2002155"/>
            <a:ext cx="3189605" cy="47847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Recent News...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7750" y="1633855"/>
            <a:ext cx="7368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OpenAI - image2: </a:t>
            </a:r>
            <a:r>
              <a:rPr lang="zh-CN" altLang="en-US"/>
              <a:t>令人匪夷所思的生图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9" name="图片 8" descr="300eb17e8dd184d8f660dcd8317e167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945" y="659765"/>
            <a:ext cx="2993390" cy="1995805"/>
          </a:xfrm>
          <a:prstGeom prst="rect">
            <a:avLst/>
          </a:prstGeom>
        </p:spPr>
      </p:pic>
      <p:pic>
        <p:nvPicPr>
          <p:cNvPr id="10" name="图片 9" descr="41acd7290061898b5da9ed66caf0d1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290" y="2126615"/>
            <a:ext cx="2475230" cy="3301365"/>
          </a:xfrm>
          <a:prstGeom prst="rect">
            <a:avLst/>
          </a:prstGeom>
        </p:spPr>
      </p:pic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6"/>
            </p:custDataLst>
          </p:nvPr>
        </p:nvPicPr>
        <p:blipFill>
          <a:blip r:embed="rId7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hatGPT Image 2026年4月26日 00_11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655" y="0"/>
            <a:ext cx="856869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IDE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迭代</a:t>
            </a:r>
            <a:endParaRPr lang="zh-CN" alt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279525"/>
            <a:ext cx="730948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第一代</a:t>
            </a:r>
            <a:r>
              <a:rPr lang="en-US" altLang="zh-CN"/>
              <a:t>：</a:t>
            </a:r>
            <a:r>
              <a:rPr lang="zh-CN" altLang="en-US"/>
              <a:t>文本编辑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Vim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第二代</a:t>
            </a:r>
            <a:r>
              <a:rPr lang="en-US" altLang="zh-CN"/>
              <a:t>：</a:t>
            </a:r>
            <a:r>
              <a:rPr lang="zh-CN" altLang="en-US"/>
              <a:t>功能</a:t>
            </a:r>
            <a:r>
              <a:rPr lang="zh-CN" altLang="en-US"/>
              <a:t>集成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VSCode（</a:t>
            </a:r>
            <a:r>
              <a:rPr lang="zh-CN" altLang="en-US"/>
              <a:t>插件系统</a:t>
            </a:r>
            <a:r>
              <a:rPr lang="en-US" altLang="zh-CN"/>
              <a:t>）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Pycharm/ IntelliJ IDEA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第三代</a:t>
            </a:r>
            <a:r>
              <a:rPr lang="en-US" altLang="zh-CN"/>
              <a:t>：AI</a:t>
            </a:r>
            <a:r>
              <a:rPr lang="zh-CN" altLang="en-US"/>
              <a:t>集成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Trae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Cursor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第四代</a:t>
            </a:r>
            <a:r>
              <a:rPr lang="en-US" altLang="zh-CN"/>
              <a:t>：</a:t>
            </a:r>
            <a:r>
              <a:rPr lang="zh-CN" altLang="en-US"/>
              <a:t>完全</a:t>
            </a:r>
            <a:r>
              <a:rPr lang="zh-CN" altLang="en-US"/>
              <a:t>低代码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ClaudeCode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Codex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git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609090"/>
            <a:ext cx="73094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AI</a:t>
            </a:r>
            <a:r>
              <a:rPr lang="zh-CN" altLang="en-US"/>
              <a:t>有时候会写出一坨屎</a:t>
            </a:r>
            <a:r>
              <a:rPr lang="en-US" altLang="zh-CN"/>
              <a:t>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这个时候尤其需要用到</a:t>
            </a:r>
            <a:r>
              <a:rPr lang="en-US" altLang="zh-CN"/>
              <a:t>git</a:t>
            </a:r>
            <a:r>
              <a:rPr lang="zh-CN" altLang="en-US"/>
              <a:t>来回溯</a:t>
            </a:r>
            <a:r>
              <a:rPr lang="en-US" altLang="zh-CN"/>
              <a:t>。</a:t>
            </a: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一个好的</a:t>
            </a:r>
            <a:r>
              <a:rPr lang="en-US" altLang="zh-CN"/>
              <a:t>practice</a:t>
            </a:r>
            <a:r>
              <a:rPr lang="zh-CN" altLang="en-US"/>
              <a:t>是在每次指挥</a:t>
            </a:r>
            <a:r>
              <a:rPr lang="en-US" altLang="zh-CN"/>
              <a:t>AI</a:t>
            </a:r>
            <a:r>
              <a:rPr lang="zh-CN" altLang="en-US"/>
              <a:t>前</a:t>
            </a:r>
            <a:r>
              <a:rPr lang="en-US" altLang="zh-CN"/>
              <a:t>，</a:t>
            </a:r>
            <a:r>
              <a:rPr lang="zh-CN" altLang="en-US"/>
              <a:t>都</a:t>
            </a:r>
            <a:r>
              <a:rPr lang="en-US" altLang="zh-CN"/>
              <a:t>git commit。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活用</a:t>
            </a:r>
            <a:r>
              <a:rPr lang="en-US" altLang="zh-CN"/>
              <a:t>git checkout</a:t>
            </a:r>
            <a:r>
              <a:rPr lang="zh-CN" altLang="en-US"/>
              <a:t>的机制</a:t>
            </a:r>
            <a:r>
              <a:rPr lang="en-US" altLang="zh-CN"/>
              <a:t>（</a:t>
            </a:r>
            <a:r>
              <a:rPr lang="zh-CN" altLang="en-US"/>
              <a:t>马上会举例</a:t>
            </a:r>
            <a:r>
              <a:rPr lang="en-US" altLang="zh-CN"/>
              <a:t>）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965" y="0"/>
            <a:ext cx="5250815" cy="4236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ClaudeCode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861820"/>
            <a:ext cx="73094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原生</a:t>
            </a:r>
            <a:r>
              <a:rPr lang="en-US" altLang="zh-CN"/>
              <a:t>TUI</a:t>
            </a:r>
            <a:r>
              <a:rPr lang="zh-CN" altLang="en-US"/>
              <a:t>工具</a:t>
            </a:r>
            <a:r>
              <a:rPr lang="en-US" altLang="zh-CN"/>
              <a:t>(</a:t>
            </a:r>
            <a:r>
              <a:rPr lang="zh-CN" altLang="en-US"/>
              <a:t>高性能</a:t>
            </a:r>
            <a:r>
              <a:rPr lang="en-US" altLang="zh-CN"/>
              <a:t>)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擅长处理大型</a:t>
            </a:r>
            <a:r>
              <a:rPr lang="zh-CN" altLang="en-US"/>
              <a:t>代码库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个人</a:t>
            </a:r>
            <a:r>
              <a:rPr lang="zh-CN" altLang="en-US"/>
              <a:t>使用体验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对代码的掌控感弱，因为看不到代码</a:t>
            </a:r>
            <a:r>
              <a:rPr lang="en-US" altLang="zh-CN"/>
              <a:t>，</a:t>
            </a:r>
            <a:r>
              <a:rPr lang="zh-CN" altLang="en-US"/>
              <a:t>纯</a:t>
            </a:r>
            <a:r>
              <a:rPr lang="en-US" altLang="zh-CN"/>
              <a:t>TUI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常用</a:t>
            </a:r>
            <a:r>
              <a:rPr lang="en-US" altLang="zh-CN"/>
              <a:t>：</a:t>
            </a:r>
            <a:r>
              <a:rPr lang="zh-CN" altLang="en-US"/>
              <a:t>快速跑通一个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Codex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861820"/>
            <a:ext cx="73094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第四代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APP</a:t>
            </a:r>
            <a:r>
              <a:rPr lang="zh-CN" altLang="en-US"/>
              <a:t>原生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丰富的插件</a:t>
            </a:r>
            <a:r>
              <a:rPr lang="zh-CN" altLang="en-US"/>
              <a:t>生态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个人使用体验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超快速功能</a:t>
            </a:r>
            <a:r>
              <a:rPr lang="en-US" altLang="zh-CN"/>
              <a:t>/</a:t>
            </a:r>
            <a:r>
              <a:rPr lang="zh-CN" altLang="en-US"/>
              <a:t>原型</a:t>
            </a:r>
            <a:r>
              <a:rPr lang="zh-CN" altLang="en-US"/>
              <a:t>开发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非常省心</a:t>
            </a:r>
            <a:r>
              <a:rPr lang="en-US" altLang="zh-CN"/>
              <a:t>，</a:t>
            </a:r>
            <a:r>
              <a:rPr lang="zh-CN" altLang="en-US"/>
              <a:t>无脑打开完全控制</a:t>
            </a:r>
            <a:r>
              <a:rPr lang="zh-CN" altLang="en-US"/>
              <a:t>权限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SubAgent</a:t>
            </a:r>
            <a:r>
              <a:rPr lang="zh-CN" altLang="en-US"/>
              <a:t>界面</a:t>
            </a:r>
            <a:r>
              <a:rPr lang="zh-CN" altLang="en-US"/>
              <a:t>很清晰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活用</a:t>
            </a:r>
            <a:r>
              <a:rPr lang="en-US" altLang="zh-CN"/>
              <a:t>fork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Codex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861820"/>
            <a:ext cx="73094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第四代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APP</a:t>
            </a:r>
            <a:r>
              <a:rPr lang="zh-CN" altLang="en-US"/>
              <a:t>原生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丰富的插件</a:t>
            </a:r>
            <a:r>
              <a:rPr lang="zh-CN" altLang="en-US"/>
              <a:t>生态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个人使用体验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超快速功能</a:t>
            </a:r>
            <a:r>
              <a:rPr lang="en-US" altLang="zh-CN"/>
              <a:t>/</a:t>
            </a:r>
            <a:r>
              <a:rPr lang="zh-CN" altLang="en-US"/>
              <a:t>原型</a:t>
            </a:r>
            <a:r>
              <a:rPr lang="zh-CN" altLang="en-US"/>
              <a:t>开发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非常省心</a:t>
            </a:r>
            <a:r>
              <a:rPr lang="en-US" altLang="zh-CN"/>
              <a:t>，</a:t>
            </a:r>
            <a:r>
              <a:rPr lang="zh-CN" altLang="en-US"/>
              <a:t>无脑打开完全控制</a:t>
            </a:r>
            <a:r>
              <a:rPr lang="zh-CN" altLang="en-US"/>
              <a:t>权限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SubAgent</a:t>
            </a:r>
            <a:r>
              <a:rPr lang="zh-CN" altLang="en-US"/>
              <a:t>界面</a:t>
            </a:r>
            <a:r>
              <a:rPr lang="zh-CN" altLang="en-US"/>
              <a:t>很清晰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活用</a:t>
            </a:r>
            <a:r>
              <a:rPr lang="en-US" altLang="zh-CN"/>
              <a:t>fork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</p:txBody>
      </p:sp>
      <p:pic>
        <p:nvPicPr>
          <p:cNvPr id="4" name="图片 3" descr="截屏2026-04-26 16.35.58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40" y="786130"/>
            <a:ext cx="6173470" cy="2199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735" y="2778760"/>
            <a:ext cx="4431030" cy="30524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7750" y="6597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C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ursor</a:t>
            </a:r>
            <a:endParaRPr lang="en-US" altLang="zh-CN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7750" y="1443990"/>
            <a:ext cx="73094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第</a:t>
            </a:r>
            <a:r>
              <a:rPr lang="zh-CN" altLang="en-US"/>
              <a:t>三代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VSCode</a:t>
            </a:r>
            <a:r>
              <a:rPr lang="zh-CN" altLang="en-US"/>
              <a:t>的</a:t>
            </a:r>
            <a:r>
              <a:rPr lang="zh-CN" altLang="en-US"/>
              <a:t>超集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插件生态</a:t>
            </a:r>
            <a:r>
              <a:rPr lang="en-US" altLang="zh-CN"/>
              <a:t>+AI</a:t>
            </a:r>
            <a:r>
              <a:rPr lang="zh-CN" altLang="en-US"/>
              <a:t>原生</a:t>
            </a:r>
            <a:r>
              <a:rPr lang="en-US" altLang="zh-CN"/>
              <a:t>（SKILL，RULE，</a:t>
            </a:r>
            <a:r>
              <a:rPr lang="en-US" altLang="zh-CN"/>
              <a:t>MCP）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/>
              <a:t>个人使用体验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安心</a:t>
            </a:r>
            <a:r>
              <a:rPr lang="en-US" altLang="zh-CN"/>
              <a:t>，</a:t>
            </a:r>
            <a:r>
              <a:rPr lang="zh-CN" altLang="en-US"/>
              <a:t>因为能直接看到</a:t>
            </a:r>
            <a:r>
              <a:rPr lang="en-US" altLang="zh-CN"/>
              <a:t>/review</a:t>
            </a:r>
            <a:r>
              <a:rPr lang="zh-CN" altLang="en-US"/>
              <a:t>代码</a:t>
            </a:r>
            <a:r>
              <a:rPr lang="en-US" altLang="zh-CN"/>
              <a:t>。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比</a:t>
            </a:r>
            <a:r>
              <a:rPr lang="en-US" altLang="zh-CN"/>
              <a:t>Trae</a:t>
            </a:r>
            <a:r>
              <a:rPr lang="zh-CN" altLang="en-US"/>
              <a:t>响应速度</a:t>
            </a:r>
            <a:r>
              <a:rPr lang="zh-CN" altLang="en-US"/>
              <a:t>快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Plan+Agent</a:t>
            </a:r>
            <a:r>
              <a:rPr lang="zh-CN" altLang="en-US"/>
              <a:t>模式</a:t>
            </a:r>
            <a:r>
              <a:rPr lang="zh-CN" altLang="en-US"/>
              <a:t>效率极高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85" y="4582160"/>
            <a:ext cx="2286000" cy="1117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68425" y="7118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Hermes Agent</a:t>
            </a:r>
            <a:endParaRPr lang="en-US" altLang="zh-CN" sz="3200"/>
          </a:p>
        </p:txBody>
      </p:sp>
      <p:pic>
        <p:nvPicPr>
          <p:cNvPr id="5" name="图片 4" descr="截屏2026-04-26 17.02.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1427480"/>
            <a:ext cx="7820025" cy="48621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65870" y="2045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强化版</a:t>
            </a:r>
            <a:r>
              <a:rPr lang="en-US" altLang="zh-CN"/>
              <a:t>openclaw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AgentFlowLOGO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735" t="19398" r="10057" b="21899"/>
          <a:stretch>
            <a:fillRect/>
          </a:stretch>
        </p:blipFill>
        <p:spPr>
          <a:xfrm>
            <a:off x="9844405" y="5125720"/>
            <a:ext cx="2106930" cy="16592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68425" y="7118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Hermes Agent</a:t>
            </a:r>
            <a:endParaRPr lang="en-US" altLang="zh-CN" sz="3200"/>
          </a:p>
        </p:txBody>
      </p:sp>
      <p:sp>
        <p:nvSpPr>
          <p:cNvPr id="2" name="文本框 1"/>
          <p:cNvSpPr txBox="1"/>
          <p:nvPr/>
        </p:nvSpPr>
        <p:spPr>
          <a:xfrm>
            <a:off x="1220470" y="18256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安装并启动</a:t>
            </a:r>
            <a:r>
              <a:rPr lang="en-US" altLang="zh-CN"/>
              <a:t>CLI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设置</a:t>
            </a:r>
            <a:r>
              <a:rPr lang="en-US" altLang="zh-CN"/>
              <a:t>gatewa</a:t>
            </a:r>
            <a:r>
              <a:rPr lang="en-US" altLang="zh-CN"/>
              <a:t>y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20470" y="38074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</a:t>
            </a:r>
            <a:r>
              <a:rPr lang="en-US" altLang="zh-CN"/>
              <a:t>hermes</a:t>
            </a:r>
            <a:r>
              <a:rPr lang="zh-CN" altLang="en-US"/>
              <a:t>更强</a:t>
            </a:r>
            <a:r>
              <a:rPr lang="en-US" altLang="zh-CN"/>
              <a:t>：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Cron Job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Profiles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Browser Use</a:t>
            </a:r>
            <a:endParaRPr lang="en-US" altLang="zh-CN"/>
          </a:p>
        </p:txBody>
      </p:sp>
      <p:pic>
        <p:nvPicPr>
          <p:cNvPr id="9" name="图片 8" descr="822be058-e4ee-468a-af2c-c9ac2c6002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480" y="431165"/>
            <a:ext cx="6862445" cy="4575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WPS 演示</Application>
  <PresentationFormat>宽屏</PresentationFormat>
  <Paragraphs>219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PingFang SC Semibold</vt:lpstr>
      <vt:lpstr>PingFang SC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SorrowP</cp:lastModifiedBy>
  <cp:revision>173</cp:revision>
  <dcterms:created xsi:type="dcterms:W3CDTF">2026-05-25T10:55:20Z</dcterms:created>
  <dcterms:modified xsi:type="dcterms:W3CDTF">2026-05-25T10:55:20Z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8620FF20CAEC43269477BB58725B91A7_13</vt:lpwstr>
  </property>
</Properties>
</file>