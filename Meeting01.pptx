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6" r:id="rId3"/>
    <p:sldId id="257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4.xml"/><Relationship Id="rId2" Type="http://schemas.openxmlformats.org/officeDocument/2006/relationships/image" Target="../media/image1.png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7.xml"/><Relationship Id="rId2" Type="http://schemas.openxmlformats.org/officeDocument/2006/relationships/tags" Target="../tags/tag66.xml"/><Relationship Id="rId1" Type="http://schemas.openxmlformats.org/officeDocument/2006/relationships/tags" Target="../tags/tag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1"/>
            </p:custDataLst>
          </p:nvPr>
        </p:nvSpPr>
        <p:spPr>
          <a:xfrm>
            <a:off x="1115695" y="5635625"/>
            <a:ext cx="9799320" cy="685165"/>
          </a:xfrm>
        </p:spPr>
        <p:txBody>
          <a:bodyPr/>
          <a:p>
            <a:r>
              <a:rPr lang="zh-CN" altLang="en-US"/>
              <a:t>周会</a:t>
            </a:r>
            <a:r>
              <a:rPr lang="en-US" altLang="zh-CN"/>
              <a:t>No.1</a:t>
            </a:r>
            <a:endParaRPr lang="en-US" altLang="zh-CN"/>
          </a:p>
        </p:txBody>
      </p:sp>
      <p:pic>
        <p:nvPicPr>
          <p:cNvPr id="6" name="图片 5" descr="AgentFlowLOGO"/>
          <p:cNvPicPr>
            <a:picLocks noChangeAspect="1"/>
          </p:cNvPicPr>
          <p:nvPr/>
        </p:nvPicPr>
        <p:blipFill>
          <a:blip r:embed="rId2"/>
          <a:srcRect l="10735" t="19398" r="10057" b="21899"/>
          <a:stretch>
            <a:fillRect/>
          </a:stretch>
        </p:blipFill>
        <p:spPr>
          <a:xfrm>
            <a:off x="3923665" y="1533525"/>
            <a:ext cx="4183380" cy="310070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WPS 演示</Application>
  <PresentationFormat>宽屏</PresentationFormat>
  <Paragraphs>2</Paragraphs>
  <Slides>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3" baseType="lpstr">
      <vt:lpstr>Arial</vt:lpstr>
      <vt:lpstr>宋体</vt:lpstr>
      <vt:lpstr>Wingdings</vt:lpstr>
      <vt:lpstr>Wingdings</vt:lpstr>
      <vt:lpstr>苹方-简</vt:lpstr>
      <vt:lpstr>微软雅黑</vt:lpstr>
      <vt:lpstr>汉仪旗黑</vt:lpstr>
      <vt:lpstr>宋体</vt:lpstr>
      <vt:lpstr>Arial Unicode MS</vt:lpstr>
      <vt:lpstr>汉仪书宋二KW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SorrowP</cp:lastModifiedBy>
  <cp:revision>164</cp:revision>
  <dcterms:created xsi:type="dcterms:W3CDTF">2026-04-24T15:48:14Z</dcterms:created>
  <dcterms:modified xsi:type="dcterms:W3CDTF">2026-04-24T15:48:14Z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2052-12.1.25205.25205</vt:lpwstr>
  </property>
  <property fmtid="{D5CDD505-2E9C-101B-9397-08002B2CF9AE}" pid="3" name="ICV">
    <vt:lpwstr>8620FF20CAEC43269477BB58725B91A7_13</vt:lpwstr>
  </property>
</Properties>
</file>