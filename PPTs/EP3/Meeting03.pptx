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苹方-简</vt:lpstr>
      <vt:lpstr>微软雅黑</vt:lpstr>
      <vt:lpstr>方正雅意黑 GB18030L2</vt:lpstr>
      <vt:lpstr>宋体</vt:lpstr>
      <vt:lpstr>Arial Unicode MS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SorrowP</cp:lastModifiedBy>
  <cp:revision>164</cp:revision>
  <dcterms:created xsi:type="dcterms:W3CDTF">2026-09-16T15:57:28Z</dcterms:created>
  <dcterms:modified xsi:type="dcterms:W3CDTF">2026-09-16T15:57:28Z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2052-12.1.26055.26055</vt:lpwstr>
  </property>
  <property fmtid="{D5CDD505-2E9C-101B-9397-08002B2CF9AE}" pid="3" name="ICV">
    <vt:lpwstr>8FE2D3B1B7BF4C2858BCAA6ADE9A3231_41</vt:lpwstr>
  </property>
</Properties>
</file>